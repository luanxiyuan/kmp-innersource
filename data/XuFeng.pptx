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1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DFA"/>
    <a:srgbClr val="3259D3"/>
    <a:srgbClr val="073BCD"/>
    <a:srgbClr val="678DF9"/>
    <a:srgbClr val="4473F8"/>
    <a:srgbClr val="A8D1F8"/>
    <a:srgbClr val="0070C0"/>
    <a:srgbClr val="4F81BD"/>
    <a:srgbClr val="2E75B6"/>
    <a:srgbClr val="235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87" autoAdjust="0"/>
    <p:restoredTop sz="96470" autoAdjust="0"/>
  </p:normalViewPr>
  <p:slideViewPr>
    <p:cSldViewPr snapToGrid="0" snapToObjects="1">
      <p:cViewPr varScale="1">
        <p:scale>
          <a:sx n="115" d="100"/>
          <a:sy n="115" d="100"/>
        </p:scale>
        <p:origin x="62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21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F3A7C-A966-4B20-AD2C-CE0A585D31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AD08A-DC50-43B7-B414-402C5C66DB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CAAAB-EBEA-1546-8E83-15FE856B36B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CFE2B-AE9E-E349-A5B6-832F510D4A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封底_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/>
          <p:cNvGrpSpPr/>
          <p:nvPr userDrawn="1"/>
        </p:nvGrpSpPr>
        <p:grpSpPr>
          <a:xfrm>
            <a:off x="-10659" y="6642556"/>
            <a:ext cx="12213319" cy="221141"/>
            <a:chOff x="-10659" y="6642556"/>
            <a:chExt cx="12213319" cy="221141"/>
          </a:xfrm>
          <a:solidFill>
            <a:schemeClr val="accent1">
              <a:lumMod val="75000"/>
            </a:schemeClr>
          </a:solidFill>
        </p:grpSpPr>
        <p:sp>
          <p:nvSpPr>
            <p:cNvPr id="52" name="矩形 13"/>
            <p:cNvSpPr/>
            <p:nvPr userDrawn="1"/>
          </p:nvSpPr>
          <p:spPr>
            <a:xfrm>
              <a:off x="-10659" y="6642556"/>
              <a:ext cx="12213319" cy="2154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7"/>
            <p:cNvSpPr>
              <a:spLocks noChangeArrowheads="1"/>
            </p:cNvSpPr>
            <p:nvPr userDrawn="1"/>
          </p:nvSpPr>
          <p:spPr bwMode="auto">
            <a:xfrm>
              <a:off x="445892" y="6663642"/>
              <a:ext cx="5759450" cy="2000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1pPr>
              <a:lvl2pPr marL="742950" indent="-28575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2pPr>
              <a:lvl3pPr marL="11430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3pPr>
              <a:lvl4pPr marL="16002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4pPr>
              <a:lvl5pPr marL="20574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Copyright © 2025 Hi-Think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Dalian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）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Software Service, Corp. All Rights Reserved. </a:t>
              </a:r>
              <a:endParaRPr lang="zh-CN" altLang="en-US" sz="7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67" name="Group 66"/>
          <p:cNvGrpSpPr/>
          <p:nvPr userDrawn="1"/>
        </p:nvGrpSpPr>
        <p:grpSpPr>
          <a:xfrm>
            <a:off x="0" y="0"/>
            <a:ext cx="12200021" cy="558590"/>
            <a:chOff x="0" y="0"/>
            <a:chExt cx="12200021" cy="55859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0" y="0"/>
              <a:ext cx="12192000" cy="503999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23000">
                  <a:schemeClr val="accent1"/>
                </a:gs>
                <a:gs pos="72000">
                  <a:schemeClr val="accent2">
                    <a:lumMod val="75000"/>
                  </a:schemeClr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平行四边形 10"/>
            <p:cNvSpPr/>
            <p:nvPr userDrawn="1"/>
          </p:nvSpPr>
          <p:spPr>
            <a:xfrm>
              <a:off x="10418744" y="0"/>
              <a:ext cx="1781277" cy="558590"/>
            </a:xfrm>
            <a:custGeom>
              <a:avLst/>
              <a:gdLst>
                <a:gd name="connsiteX0" fmla="*/ 0 w 2822005"/>
                <a:gd name="connsiteY0" fmla="*/ 493486 h 493486"/>
                <a:gd name="connsiteX1" fmla="*/ 286335 w 2822005"/>
                <a:gd name="connsiteY1" fmla="*/ 0 h 493486"/>
                <a:gd name="connsiteX2" fmla="*/ 2822005 w 2822005"/>
                <a:gd name="connsiteY2" fmla="*/ 0 h 493486"/>
                <a:gd name="connsiteX3" fmla="*/ 2535670 w 2822005"/>
                <a:gd name="connsiteY3" fmla="*/ 493486 h 493486"/>
                <a:gd name="connsiteX4" fmla="*/ 0 w 2822005"/>
                <a:gd name="connsiteY4" fmla="*/ 493486 h 493486"/>
                <a:gd name="connsiteX0-1" fmla="*/ 0 w 2822005"/>
                <a:gd name="connsiteY0-2" fmla="*/ 493486 h 493486"/>
                <a:gd name="connsiteX1-3" fmla="*/ 286335 w 2822005"/>
                <a:gd name="connsiteY1-4" fmla="*/ 0 h 493486"/>
                <a:gd name="connsiteX2-5" fmla="*/ 2822005 w 2822005"/>
                <a:gd name="connsiteY2-6" fmla="*/ 0 h 493486"/>
                <a:gd name="connsiteX3-7" fmla="*/ 2807274 w 2822005"/>
                <a:gd name="connsiteY3-8" fmla="*/ 493486 h 493486"/>
                <a:gd name="connsiteX4-9" fmla="*/ 0 w 2822005"/>
                <a:gd name="connsiteY4-10" fmla="*/ 493486 h 493486"/>
                <a:gd name="connsiteX0-11" fmla="*/ 0 w 2822005"/>
                <a:gd name="connsiteY0-12" fmla="*/ 493486 h 493486"/>
                <a:gd name="connsiteX1-13" fmla="*/ 286335 w 2822005"/>
                <a:gd name="connsiteY1-14" fmla="*/ 0 h 493486"/>
                <a:gd name="connsiteX2-15" fmla="*/ 2822005 w 2822005"/>
                <a:gd name="connsiteY2-16" fmla="*/ 0 h 493486"/>
                <a:gd name="connsiteX3-17" fmla="*/ 2807274 w 2822005"/>
                <a:gd name="connsiteY3-18" fmla="*/ 493486 h 493486"/>
                <a:gd name="connsiteX4-19" fmla="*/ 0 w 2822005"/>
                <a:gd name="connsiteY4-20" fmla="*/ 493486 h 493486"/>
                <a:gd name="connsiteX0-21" fmla="*/ 0 w 2822005"/>
                <a:gd name="connsiteY0-22" fmla="*/ 493486 h 493486"/>
                <a:gd name="connsiteX1-23" fmla="*/ 286335 w 2822005"/>
                <a:gd name="connsiteY1-24" fmla="*/ 0 h 493486"/>
                <a:gd name="connsiteX2-25" fmla="*/ 2822005 w 2822005"/>
                <a:gd name="connsiteY2-26" fmla="*/ 0 h 493486"/>
                <a:gd name="connsiteX3-27" fmla="*/ 2816328 w 2822005"/>
                <a:gd name="connsiteY3-28" fmla="*/ 493486 h 493486"/>
                <a:gd name="connsiteX4-29" fmla="*/ 0 w 2822005"/>
                <a:gd name="connsiteY4-30" fmla="*/ 493486 h 493486"/>
                <a:gd name="connsiteX0-31" fmla="*/ 834705 w 2535670"/>
                <a:gd name="connsiteY0-32" fmla="*/ 493486 h 493486"/>
                <a:gd name="connsiteX1-33" fmla="*/ 0 w 2535670"/>
                <a:gd name="connsiteY1-34" fmla="*/ 0 h 493486"/>
                <a:gd name="connsiteX2-35" fmla="*/ 2535670 w 2535670"/>
                <a:gd name="connsiteY2-36" fmla="*/ 0 h 493486"/>
                <a:gd name="connsiteX3-37" fmla="*/ 2529993 w 2535670"/>
                <a:gd name="connsiteY3-38" fmla="*/ 493486 h 493486"/>
                <a:gd name="connsiteX4-39" fmla="*/ 834705 w 2535670"/>
                <a:gd name="connsiteY4-40" fmla="*/ 493486 h 493486"/>
                <a:gd name="connsiteX0-41" fmla="*/ 432823 w 2535670"/>
                <a:gd name="connsiteY0-42" fmla="*/ 482001 h 493486"/>
                <a:gd name="connsiteX1-43" fmla="*/ 0 w 2535670"/>
                <a:gd name="connsiteY1-44" fmla="*/ 0 h 493486"/>
                <a:gd name="connsiteX2-45" fmla="*/ 2535670 w 2535670"/>
                <a:gd name="connsiteY2-46" fmla="*/ 0 h 493486"/>
                <a:gd name="connsiteX3-47" fmla="*/ 2529993 w 2535670"/>
                <a:gd name="connsiteY3-48" fmla="*/ 493486 h 493486"/>
                <a:gd name="connsiteX4-49" fmla="*/ 432823 w 2535670"/>
                <a:gd name="connsiteY4-50" fmla="*/ 482001 h 493486"/>
                <a:gd name="connsiteX0-51" fmla="*/ 432823 w 2535670"/>
                <a:gd name="connsiteY0-52" fmla="*/ 482001 h 493486"/>
                <a:gd name="connsiteX1-53" fmla="*/ 0 w 2535670"/>
                <a:gd name="connsiteY1-54" fmla="*/ 0 h 493486"/>
                <a:gd name="connsiteX2-55" fmla="*/ 2535670 w 2535670"/>
                <a:gd name="connsiteY2-56" fmla="*/ 0 h 493486"/>
                <a:gd name="connsiteX3-57" fmla="*/ 2529993 w 2535670"/>
                <a:gd name="connsiteY3-58" fmla="*/ 493486 h 493486"/>
                <a:gd name="connsiteX4-59" fmla="*/ 432823 w 2535670"/>
                <a:gd name="connsiteY4-60" fmla="*/ 482001 h 493486"/>
                <a:gd name="connsiteX0-61" fmla="*/ 432823 w 2535670"/>
                <a:gd name="connsiteY0-62" fmla="*/ 487743 h 493486"/>
                <a:gd name="connsiteX1-63" fmla="*/ 0 w 2535670"/>
                <a:gd name="connsiteY1-64" fmla="*/ 0 h 493486"/>
                <a:gd name="connsiteX2-65" fmla="*/ 2535670 w 2535670"/>
                <a:gd name="connsiteY2-66" fmla="*/ 0 h 493486"/>
                <a:gd name="connsiteX3-67" fmla="*/ 2529993 w 2535670"/>
                <a:gd name="connsiteY3-68" fmla="*/ 493486 h 493486"/>
                <a:gd name="connsiteX4-69" fmla="*/ 432823 w 2535670"/>
                <a:gd name="connsiteY4-70" fmla="*/ 487743 h 493486"/>
                <a:gd name="connsiteX0-71" fmla="*/ 432823 w 2535670"/>
                <a:gd name="connsiteY0-72" fmla="*/ 493486 h 493486"/>
                <a:gd name="connsiteX1-73" fmla="*/ 0 w 2535670"/>
                <a:gd name="connsiteY1-74" fmla="*/ 0 h 493486"/>
                <a:gd name="connsiteX2-75" fmla="*/ 2535670 w 2535670"/>
                <a:gd name="connsiteY2-76" fmla="*/ 0 h 493486"/>
                <a:gd name="connsiteX3-77" fmla="*/ 2529993 w 2535670"/>
                <a:gd name="connsiteY3-78" fmla="*/ 493486 h 493486"/>
                <a:gd name="connsiteX4-79" fmla="*/ 432823 w 2535670"/>
                <a:gd name="connsiteY4-80" fmla="*/ 493486 h 493486"/>
                <a:gd name="connsiteX0-81" fmla="*/ 73244 w 2176091"/>
                <a:gd name="connsiteY0-82" fmla="*/ 493486 h 493486"/>
                <a:gd name="connsiteX1-83" fmla="*/ 0 w 2176091"/>
                <a:gd name="connsiteY1-84" fmla="*/ 0 h 493486"/>
                <a:gd name="connsiteX2-85" fmla="*/ 2176091 w 2176091"/>
                <a:gd name="connsiteY2-86" fmla="*/ 0 h 493486"/>
                <a:gd name="connsiteX3-87" fmla="*/ 2170414 w 2176091"/>
                <a:gd name="connsiteY3-88" fmla="*/ 493486 h 493486"/>
                <a:gd name="connsiteX4-89" fmla="*/ 73244 w 2176091"/>
                <a:gd name="connsiteY4-90" fmla="*/ 493486 h 493486"/>
                <a:gd name="connsiteX0-91" fmla="*/ 485702 w 2588549"/>
                <a:gd name="connsiteY0-92" fmla="*/ 493486 h 493486"/>
                <a:gd name="connsiteX1-93" fmla="*/ 0 w 2588549"/>
                <a:gd name="connsiteY1-94" fmla="*/ 0 h 493486"/>
                <a:gd name="connsiteX2-95" fmla="*/ 2588549 w 2588549"/>
                <a:gd name="connsiteY2-96" fmla="*/ 0 h 493486"/>
                <a:gd name="connsiteX3-97" fmla="*/ 2582872 w 2588549"/>
                <a:gd name="connsiteY3-98" fmla="*/ 493486 h 493486"/>
                <a:gd name="connsiteX4-99" fmla="*/ 485702 w 2588549"/>
                <a:gd name="connsiteY4-100" fmla="*/ 493486 h 493486"/>
                <a:gd name="connsiteX0-101" fmla="*/ 259036 w 2361883"/>
                <a:gd name="connsiteY0-102" fmla="*/ 493486 h 493486"/>
                <a:gd name="connsiteX1-103" fmla="*/ 0 w 2361883"/>
                <a:gd name="connsiteY1-104" fmla="*/ 0 h 493486"/>
                <a:gd name="connsiteX2-105" fmla="*/ 2361883 w 2361883"/>
                <a:gd name="connsiteY2-106" fmla="*/ 0 h 493486"/>
                <a:gd name="connsiteX3-107" fmla="*/ 2356206 w 2361883"/>
                <a:gd name="connsiteY3-108" fmla="*/ 493486 h 493486"/>
                <a:gd name="connsiteX4-109" fmla="*/ 259036 w 2361883"/>
                <a:gd name="connsiteY4-110" fmla="*/ 493486 h 493486"/>
                <a:gd name="connsiteX0-111" fmla="*/ 0 w 2102847"/>
                <a:gd name="connsiteY0-112" fmla="*/ 493486 h 493486"/>
                <a:gd name="connsiteX1-113" fmla="*/ 1389 w 2102847"/>
                <a:gd name="connsiteY1-114" fmla="*/ 11199 h 493486"/>
                <a:gd name="connsiteX2-115" fmla="*/ 2102847 w 2102847"/>
                <a:gd name="connsiteY2-116" fmla="*/ 0 h 493486"/>
                <a:gd name="connsiteX3-117" fmla="*/ 2097170 w 2102847"/>
                <a:gd name="connsiteY3-118" fmla="*/ 493486 h 493486"/>
                <a:gd name="connsiteX4-119" fmla="*/ 0 w 2102847"/>
                <a:gd name="connsiteY4-120" fmla="*/ 493486 h 493486"/>
                <a:gd name="connsiteX0-121" fmla="*/ 268680 w 2371527"/>
                <a:gd name="connsiteY0-122" fmla="*/ 493486 h 493486"/>
                <a:gd name="connsiteX1-123" fmla="*/ 0 w 2371527"/>
                <a:gd name="connsiteY1-124" fmla="*/ 0 h 493486"/>
                <a:gd name="connsiteX2-125" fmla="*/ 2371527 w 2371527"/>
                <a:gd name="connsiteY2-126" fmla="*/ 0 h 493486"/>
                <a:gd name="connsiteX3-127" fmla="*/ 2365850 w 2371527"/>
                <a:gd name="connsiteY3-128" fmla="*/ 493486 h 493486"/>
                <a:gd name="connsiteX4-129" fmla="*/ 268680 w 2371527"/>
                <a:gd name="connsiteY4-130" fmla="*/ 493486 h 493486"/>
                <a:gd name="connsiteX0-131" fmla="*/ 268680 w 2371527"/>
                <a:gd name="connsiteY0-132" fmla="*/ 493486 h 493486"/>
                <a:gd name="connsiteX1-133" fmla="*/ 0 w 2371527"/>
                <a:gd name="connsiteY1-134" fmla="*/ 0 h 493486"/>
                <a:gd name="connsiteX2-135" fmla="*/ 2371527 w 2371527"/>
                <a:gd name="connsiteY2-136" fmla="*/ 0 h 493486"/>
                <a:gd name="connsiteX3-137" fmla="*/ 2365850 w 2371527"/>
                <a:gd name="connsiteY3-138" fmla="*/ 493486 h 493486"/>
                <a:gd name="connsiteX4-139" fmla="*/ 268680 w 2371527"/>
                <a:gd name="connsiteY4-140" fmla="*/ 493486 h 493486"/>
                <a:gd name="connsiteX0-141" fmla="*/ 55779 w 2158626"/>
                <a:gd name="connsiteY0-142" fmla="*/ 493486 h 493486"/>
                <a:gd name="connsiteX1-143" fmla="*/ 0 w 2158626"/>
                <a:gd name="connsiteY1-144" fmla="*/ 0 h 493486"/>
                <a:gd name="connsiteX2-145" fmla="*/ 2158626 w 2158626"/>
                <a:gd name="connsiteY2-146" fmla="*/ 0 h 493486"/>
                <a:gd name="connsiteX3-147" fmla="*/ 2152949 w 2158626"/>
                <a:gd name="connsiteY3-148" fmla="*/ 493486 h 493486"/>
                <a:gd name="connsiteX4-149" fmla="*/ 55779 w 2158626"/>
                <a:gd name="connsiteY4-150" fmla="*/ 493486 h 493486"/>
                <a:gd name="connsiteX0-151" fmla="*/ 194984 w 2297831"/>
                <a:gd name="connsiteY0-152" fmla="*/ 493486 h 493486"/>
                <a:gd name="connsiteX1-153" fmla="*/ 0 w 2297831"/>
                <a:gd name="connsiteY1-154" fmla="*/ 0 h 493486"/>
                <a:gd name="connsiteX2-155" fmla="*/ 2297831 w 2297831"/>
                <a:gd name="connsiteY2-156" fmla="*/ 0 h 493486"/>
                <a:gd name="connsiteX3-157" fmla="*/ 2292154 w 2297831"/>
                <a:gd name="connsiteY3-158" fmla="*/ 493486 h 493486"/>
                <a:gd name="connsiteX4-159" fmla="*/ 194984 w 2297831"/>
                <a:gd name="connsiteY4-160" fmla="*/ 493486 h 493486"/>
                <a:gd name="connsiteX0-161" fmla="*/ 342377 w 2297831"/>
                <a:gd name="connsiteY0-162" fmla="*/ 493486 h 493486"/>
                <a:gd name="connsiteX1-163" fmla="*/ 0 w 2297831"/>
                <a:gd name="connsiteY1-164" fmla="*/ 0 h 493486"/>
                <a:gd name="connsiteX2-165" fmla="*/ 2297831 w 2297831"/>
                <a:gd name="connsiteY2-166" fmla="*/ 0 h 493486"/>
                <a:gd name="connsiteX3-167" fmla="*/ 2292154 w 2297831"/>
                <a:gd name="connsiteY3-168" fmla="*/ 493486 h 493486"/>
                <a:gd name="connsiteX4-169" fmla="*/ 342377 w 2297831"/>
                <a:gd name="connsiteY4-170" fmla="*/ 493486 h 4934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97831" h="493486">
                  <a:moveTo>
                    <a:pt x="342377" y="493486"/>
                  </a:moveTo>
                  <a:lnTo>
                    <a:pt x="0" y="0"/>
                  </a:lnTo>
                  <a:lnTo>
                    <a:pt x="2297831" y="0"/>
                  </a:lnTo>
                  <a:cubicBezTo>
                    <a:pt x="2295939" y="164495"/>
                    <a:pt x="2294046" y="328991"/>
                    <a:pt x="2292154" y="493486"/>
                  </a:cubicBezTo>
                  <a:lnTo>
                    <a:pt x="342377" y="493486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1400000" algn="b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pic>
          <p:nvPicPr>
            <p:cNvPr id="38" name="Picture 37"/>
            <p:cNvPicPr>
              <a:picLocks noChangeAspect="1"/>
            </p:cNvPicPr>
            <p:nvPr userDrawn="1"/>
          </p:nvPicPr>
          <p:blipFill>
            <a:blip r:embed="rId2" cstate="email"/>
            <a:stretch>
              <a:fillRect/>
            </a:stretch>
          </p:blipFill>
          <p:spPr>
            <a:xfrm>
              <a:off x="10776857" y="100908"/>
              <a:ext cx="1165004" cy="369613"/>
            </a:xfrm>
            <a:prstGeom prst="rect">
              <a:avLst/>
            </a:prstGeom>
          </p:spPr>
        </p:pic>
      </p:grpSp>
      <p:sp>
        <p:nvSpPr>
          <p:cNvPr id="11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282854" y="91513"/>
            <a:ext cx="8050173" cy="360040"/>
          </a:xfrm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0E46CB0-FBCA-0941-8D66-6EE3EEA3E766}" type="slidenum">
              <a:rPr lang="en-US" smtClean="0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图片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-10659" y="6642556"/>
            <a:ext cx="12213319" cy="221141"/>
            <a:chOff x="-10659" y="6642556"/>
            <a:chExt cx="12213319" cy="221141"/>
          </a:xfrm>
        </p:grpSpPr>
        <p:sp>
          <p:nvSpPr>
            <p:cNvPr id="5" name="矩形 13"/>
            <p:cNvSpPr/>
            <p:nvPr userDrawn="1"/>
          </p:nvSpPr>
          <p:spPr>
            <a:xfrm>
              <a:off x="-10659" y="6642556"/>
              <a:ext cx="12213319" cy="21544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7"/>
            <p:cNvSpPr>
              <a:spLocks noChangeArrowheads="1"/>
            </p:cNvSpPr>
            <p:nvPr userDrawn="1"/>
          </p:nvSpPr>
          <p:spPr bwMode="auto">
            <a:xfrm>
              <a:off x="445892" y="6663642"/>
              <a:ext cx="575945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1pPr>
              <a:lvl2pPr marL="742950" indent="-28575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2pPr>
              <a:lvl3pPr marL="11430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3pPr>
              <a:lvl4pPr marL="16002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4pPr>
              <a:lvl5pPr marL="20574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Copyright © 2025 Hi-Think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Dalian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）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Software Service, Corp. All Rights Reserved. </a:t>
              </a:r>
              <a:endParaRPr lang="zh-CN" altLang="en-US" sz="7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0E46CB0-FBCA-0941-8D66-6EE3EEA3E76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58494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0E46CB0-FBCA-0941-8D66-6EE3EEA3E76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>
            <a:spLocks noGrp="1"/>
          </p:cNvSpPr>
          <p:nvPr>
            <p:ph type="ctrTitle"/>
          </p:nvPr>
        </p:nvSpPr>
        <p:spPr>
          <a:xfrm>
            <a:off x="282854" y="91513"/>
            <a:ext cx="8050173" cy="360040"/>
          </a:xfrm>
        </p:spPr>
        <p:txBody>
          <a:bodyPr/>
          <a:lstStyle/>
          <a:p>
            <a:r>
              <a:rPr kumimoji="1" lang="en-US" altLang="zh-CN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Provide 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Automation Test Engineer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7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</p:spPr>
        <p:txBody>
          <a:bodyPr/>
          <a:lstStyle/>
          <a:p>
            <a:fld id="{C0E46CB0-FBCA-0941-8D66-6EE3EEA3E766}" type="slidenum">
              <a:rPr lang="en-US" smtClean="0">
                <a:latin typeface="Meiryo UI" panose="020B0604030504040204" pitchFamily="50" charset="-128"/>
                <a:ea typeface="Meiryo UI" panose="020B0604030504040204" pitchFamily="50" charset="-128"/>
              </a:rPr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8" name="TextBox 21"/>
          <p:cNvSpPr txBox="1">
            <a:spLocks noChangeArrowheads="1"/>
          </p:cNvSpPr>
          <p:nvPr/>
        </p:nvSpPr>
        <p:spPr bwMode="auto">
          <a:xfrm>
            <a:off x="123190" y="424180"/>
            <a:ext cx="4786630" cy="423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1C41A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Automation Test Engineer</a:t>
            </a:r>
            <a:r>
              <a:rPr lang="en-US" altLang="zh-CN" dirty="0">
                <a:solidFill>
                  <a:srgbClr val="1C41A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lang="en-US" altLang="zh-CN" dirty="0" smtClean="0">
              <a:solidFill>
                <a:srgbClr val="1C41AC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6" name="Google Shape;221;g2a5e8fa18f6_0_7"/>
          <p:cNvSpPr txBox="1"/>
          <p:nvPr/>
        </p:nvSpPr>
        <p:spPr>
          <a:xfrm>
            <a:off x="123507" y="806335"/>
            <a:ext cx="12004762" cy="5702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altLang="ja-JP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 panose="020B0604020202020204"/>
            </a:endParaRPr>
          </a:p>
        </p:txBody>
      </p:sp>
      <p:sp>
        <p:nvSpPr>
          <p:cNvPr id="217" name="Google Shape;220;g2a5e8fa18f6_0_7"/>
          <p:cNvSpPr txBox="1"/>
          <p:nvPr/>
        </p:nvSpPr>
        <p:spPr>
          <a:xfrm>
            <a:off x="217590" y="836516"/>
            <a:ext cx="5384300" cy="3069334"/>
          </a:xfrm>
          <a:prstGeom prst="rect">
            <a:avLst/>
          </a:prstGeom>
          <a:solidFill>
            <a:srgbClr val="FFFFFF">
              <a:alpha val="99000"/>
            </a:srgbClr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br>
              <a:rPr lang="en-US" altLang="ja-JP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Arial" panose="020B0604020202020204"/>
              </a:rPr>
            </a:b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18" name="Google Shape;220;g2a5e8fa18f6_0_7"/>
          <p:cNvSpPr txBox="1"/>
          <p:nvPr/>
        </p:nvSpPr>
        <p:spPr>
          <a:xfrm>
            <a:off x="217590" y="4641865"/>
            <a:ext cx="5384300" cy="1792190"/>
          </a:xfrm>
          <a:prstGeom prst="rect">
            <a:avLst/>
          </a:prstGeom>
          <a:solidFill>
            <a:srgbClr val="FFFFFF"/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20" name="正方形/長方形 219"/>
          <p:cNvSpPr/>
          <p:nvPr/>
        </p:nvSpPr>
        <p:spPr>
          <a:xfrm>
            <a:off x="4508417" y="3598313"/>
            <a:ext cx="199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1" name="正方形/長方形 220"/>
          <p:cNvSpPr/>
          <p:nvPr/>
        </p:nvSpPr>
        <p:spPr>
          <a:xfrm>
            <a:off x="4909860" y="4899875"/>
            <a:ext cx="199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0" name="テキスト ボックス 229"/>
          <p:cNvSpPr txBox="1"/>
          <p:nvPr/>
        </p:nvSpPr>
        <p:spPr>
          <a:xfrm>
            <a:off x="303487" y="2009635"/>
            <a:ext cx="1205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Basic Information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grpSp>
        <p:nvGrpSpPr>
          <p:cNvPr id="235" name="组合 80"/>
          <p:cNvGrpSpPr/>
          <p:nvPr/>
        </p:nvGrpSpPr>
        <p:grpSpPr>
          <a:xfrm>
            <a:off x="556546" y="1246962"/>
            <a:ext cx="349911" cy="449698"/>
            <a:chOff x="3898900" y="1844675"/>
            <a:chExt cx="788988" cy="1136650"/>
          </a:xfrm>
          <a:solidFill>
            <a:schemeClr val="accent1">
              <a:lumMod val="75000"/>
            </a:schemeClr>
          </a:solidFill>
        </p:grpSpPr>
        <p:sp>
          <p:nvSpPr>
            <p:cNvPr id="236" name="Freeform 40"/>
            <p:cNvSpPr>
              <a:spLocks noEditPoints="1"/>
            </p:cNvSpPr>
            <p:nvPr/>
          </p:nvSpPr>
          <p:spPr bwMode="auto">
            <a:xfrm>
              <a:off x="4051300" y="1844675"/>
              <a:ext cx="484188" cy="590550"/>
            </a:xfrm>
            <a:custGeom>
              <a:avLst/>
              <a:gdLst>
                <a:gd name="T0" fmla="*/ 2 w 305"/>
                <a:gd name="T1" fmla="*/ 231 h 372"/>
                <a:gd name="T2" fmla="*/ 24 w 305"/>
                <a:gd name="T3" fmla="*/ 254 h 372"/>
                <a:gd name="T4" fmla="*/ 37 w 305"/>
                <a:gd name="T5" fmla="*/ 278 h 372"/>
                <a:gd name="T6" fmla="*/ 71 w 305"/>
                <a:gd name="T7" fmla="*/ 339 h 372"/>
                <a:gd name="T8" fmla="*/ 129 w 305"/>
                <a:gd name="T9" fmla="*/ 370 h 372"/>
                <a:gd name="T10" fmla="*/ 172 w 305"/>
                <a:gd name="T11" fmla="*/ 370 h 372"/>
                <a:gd name="T12" fmla="*/ 229 w 305"/>
                <a:gd name="T13" fmla="*/ 339 h 372"/>
                <a:gd name="T14" fmla="*/ 266 w 305"/>
                <a:gd name="T15" fmla="*/ 278 h 372"/>
                <a:gd name="T16" fmla="*/ 274 w 305"/>
                <a:gd name="T17" fmla="*/ 254 h 372"/>
                <a:gd name="T18" fmla="*/ 284 w 305"/>
                <a:gd name="T19" fmla="*/ 252 h 372"/>
                <a:gd name="T20" fmla="*/ 303 w 305"/>
                <a:gd name="T21" fmla="*/ 231 h 372"/>
                <a:gd name="T22" fmla="*/ 305 w 305"/>
                <a:gd name="T23" fmla="*/ 217 h 372"/>
                <a:gd name="T24" fmla="*/ 288 w 305"/>
                <a:gd name="T25" fmla="*/ 186 h 372"/>
                <a:gd name="T26" fmla="*/ 278 w 305"/>
                <a:gd name="T27" fmla="*/ 182 h 372"/>
                <a:gd name="T28" fmla="*/ 286 w 305"/>
                <a:gd name="T29" fmla="*/ 125 h 372"/>
                <a:gd name="T30" fmla="*/ 278 w 305"/>
                <a:gd name="T31" fmla="*/ 80 h 372"/>
                <a:gd name="T32" fmla="*/ 253 w 305"/>
                <a:gd name="T33" fmla="*/ 53 h 372"/>
                <a:gd name="T34" fmla="*/ 239 w 305"/>
                <a:gd name="T35" fmla="*/ 31 h 372"/>
                <a:gd name="T36" fmla="*/ 210 w 305"/>
                <a:gd name="T37" fmla="*/ 4 h 372"/>
                <a:gd name="T38" fmla="*/ 165 w 305"/>
                <a:gd name="T39" fmla="*/ 0 h 372"/>
                <a:gd name="T40" fmla="*/ 90 w 305"/>
                <a:gd name="T41" fmla="*/ 16 h 372"/>
                <a:gd name="T42" fmla="*/ 49 w 305"/>
                <a:gd name="T43" fmla="*/ 35 h 372"/>
                <a:gd name="T44" fmla="*/ 20 w 305"/>
                <a:gd name="T45" fmla="*/ 70 h 372"/>
                <a:gd name="T46" fmla="*/ 8 w 305"/>
                <a:gd name="T47" fmla="*/ 108 h 372"/>
                <a:gd name="T48" fmla="*/ 12 w 305"/>
                <a:gd name="T49" fmla="*/ 166 h 372"/>
                <a:gd name="T50" fmla="*/ 18 w 305"/>
                <a:gd name="T51" fmla="*/ 184 h 372"/>
                <a:gd name="T52" fmla="*/ 2 w 305"/>
                <a:gd name="T53" fmla="*/ 207 h 372"/>
                <a:gd name="T54" fmla="*/ 30 w 305"/>
                <a:gd name="T55" fmla="*/ 188 h 372"/>
                <a:gd name="T56" fmla="*/ 35 w 305"/>
                <a:gd name="T57" fmla="*/ 188 h 372"/>
                <a:gd name="T58" fmla="*/ 45 w 305"/>
                <a:gd name="T59" fmla="*/ 131 h 372"/>
                <a:gd name="T60" fmla="*/ 55 w 305"/>
                <a:gd name="T61" fmla="*/ 119 h 372"/>
                <a:gd name="T62" fmla="*/ 133 w 305"/>
                <a:gd name="T63" fmla="*/ 108 h 372"/>
                <a:gd name="T64" fmla="*/ 192 w 305"/>
                <a:gd name="T65" fmla="*/ 86 h 372"/>
                <a:gd name="T66" fmla="*/ 210 w 305"/>
                <a:gd name="T67" fmla="*/ 80 h 372"/>
                <a:gd name="T68" fmla="*/ 231 w 305"/>
                <a:gd name="T69" fmla="*/ 92 h 372"/>
                <a:gd name="T70" fmla="*/ 253 w 305"/>
                <a:gd name="T71" fmla="*/ 147 h 372"/>
                <a:gd name="T72" fmla="*/ 264 w 305"/>
                <a:gd name="T73" fmla="*/ 190 h 372"/>
                <a:gd name="T74" fmla="*/ 274 w 305"/>
                <a:gd name="T75" fmla="*/ 188 h 372"/>
                <a:gd name="T76" fmla="*/ 288 w 305"/>
                <a:gd name="T77" fmla="*/ 196 h 372"/>
                <a:gd name="T78" fmla="*/ 296 w 305"/>
                <a:gd name="T79" fmla="*/ 217 h 372"/>
                <a:gd name="T80" fmla="*/ 288 w 305"/>
                <a:gd name="T81" fmla="*/ 239 h 372"/>
                <a:gd name="T82" fmla="*/ 274 w 305"/>
                <a:gd name="T83" fmla="*/ 245 h 372"/>
                <a:gd name="T84" fmla="*/ 264 w 305"/>
                <a:gd name="T85" fmla="*/ 245 h 372"/>
                <a:gd name="T86" fmla="*/ 258 w 305"/>
                <a:gd name="T87" fmla="*/ 276 h 372"/>
                <a:gd name="T88" fmla="*/ 223 w 305"/>
                <a:gd name="T89" fmla="*/ 333 h 372"/>
                <a:gd name="T90" fmla="*/ 190 w 305"/>
                <a:gd name="T91" fmla="*/ 356 h 372"/>
                <a:gd name="T92" fmla="*/ 151 w 305"/>
                <a:gd name="T93" fmla="*/ 364 h 372"/>
                <a:gd name="T94" fmla="*/ 112 w 305"/>
                <a:gd name="T95" fmla="*/ 356 h 372"/>
                <a:gd name="T96" fmla="*/ 78 w 305"/>
                <a:gd name="T97" fmla="*/ 333 h 372"/>
                <a:gd name="T98" fmla="*/ 53 w 305"/>
                <a:gd name="T99" fmla="*/ 297 h 372"/>
                <a:gd name="T100" fmla="*/ 37 w 305"/>
                <a:gd name="T101" fmla="*/ 247 h 372"/>
                <a:gd name="T102" fmla="*/ 22 w 305"/>
                <a:gd name="T103" fmla="*/ 243 h 372"/>
                <a:gd name="T104" fmla="*/ 8 w 305"/>
                <a:gd name="T105" fmla="*/ 217 h 372"/>
                <a:gd name="T106" fmla="*/ 16 w 305"/>
                <a:gd name="T107" fmla="*/ 196 h 372"/>
                <a:gd name="T108" fmla="*/ 30 w 305"/>
                <a:gd name="T109" fmla="*/ 18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5" h="372">
                  <a:moveTo>
                    <a:pt x="0" y="217"/>
                  </a:moveTo>
                  <a:lnTo>
                    <a:pt x="0" y="217"/>
                  </a:lnTo>
                  <a:lnTo>
                    <a:pt x="2" y="231"/>
                  </a:lnTo>
                  <a:lnTo>
                    <a:pt x="8" y="243"/>
                  </a:lnTo>
                  <a:lnTo>
                    <a:pt x="18" y="252"/>
                  </a:lnTo>
                  <a:lnTo>
                    <a:pt x="24" y="254"/>
                  </a:lnTo>
                  <a:lnTo>
                    <a:pt x="30" y="254"/>
                  </a:lnTo>
                  <a:lnTo>
                    <a:pt x="30" y="254"/>
                  </a:lnTo>
                  <a:lnTo>
                    <a:pt x="37" y="278"/>
                  </a:lnTo>
                  <a:lnTo>
                    <a:pt x="45" y="301"/>
                  </a:lnTo>
                  <a:lnTo>
                    <a:pt x="57" y="321"/>
                  </a:lnTo>
                  <a:lnTo>
                    <a:pt x="71" y="339"/>
                  </a:lnTo>
                  <a:lnTo>
                    <a:pt x="90" y="352"/>
                  </a:lnTo>
                  <a:lnTo>
                    <a:pt x="108" y="364"/>
                  </a:lnTo>
                  <a:lnTo>
                    <a:pt x="129" y="370"/>
                  </a:lnTo>
                  <a:lnTo>
                    <a:pt x="151" y="372"/>
                  </a:lnTo>
                  <a:lnTo>
                    <a:pt x="151" y="372"/>
                  </a:lnTo>
                  <a:lnTo>
                    <a:pt x="172" y="370"/>
                  </a:lnTo>
                  <a:lnTo>
                    <a:pt x="192" y="364"/>
                  </a:lnTo>
                  <a:lnTo>
                    <a:pt x="213" y="352"/>
                  </a:lnTo>
                  <a:lnTo>
                    <a:pt x="229" y="339"/>
                  </a:lnTo>
                  <a:lnTo>
                    <a:pt x="243" y="321"/>
                  </a:lnTo>
                  <a:lnTo>
                    <a:pt x="255" y="301"/>
                  </a:lnTo>
                  <a:lnTo>
                    <a:pt x="266" y="278"/>
                  </a:lnTo>
                  <a:lnTo>
                    <a:pt x="272" y="254"/>
                  </a:lnTo>
                  <a:lnTo>
                    <a:pt x="272" y="254"/>
                  </a:lnTo>
                  <a:lnTo>
                    <a:pt x="274" y="254"/>
                  </a:lnTo>
                  <a:lnTo>
                    <a:pt x="274" y="254"/>
                  </a:lnTo>
                  <a:lnTo>
                    <a:pt x="280" y="254"/>
                  </a:lnTo>
                  <a:lnTo>
                    <a:pt x="284" y="252"/>
                  </a:lnTo>
                  <a:lnTo>
                    <a:pt x="290" y="247"/>
                  </a:lnTo>
                  <a:lnTo>
                    <a:pt x="294" y="243"/>
                  </a:lnTo>
                  <a:lnTo>
                    <a:pt x="303" y="231"/>
                  </a:lnTo>
                  <a:lnTo>
                    <a:pt x="303" y="225"/>
                  </a:lnTo>
                  <a:lnTo>
                    <a:pt x="305" y="217"/>
                  </a:lnTo>
                  <a:lnTo>
                    <a:pt x="305" y="217"/>
                  </a:lnTo>
                  <a:lnTo>
                    <a:pt x="303" y="205"/>
                  </a:lnTo>
                  <a:lnTo>
                    <a:pt x="296" y="194"/>
                  </a:lnTo>
                  <a:lnTo>
                    <a:pt x="288" y="186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82" y="164"/>
                  </a:lnTo>
                  <a:lnTo>
                    <a:pt x="286" y="147"/>
                  </a:lnTo>
                  <a:lnTo>
                    <a:pt x="286" y="125"/>
                  </a:lnTo>
                  <a:lnTo>
                    <a:pt x="284" y="102"/>
                  </a:lnTo>
                  <a:lnTo>
                    <a:pt x="282" y="90"/>
                  </a:lnTo>
                  <a:lnTo>
                    <a:pt x="278" y="80"/>
                  </a:lnTo>
                  <a:lnTo>
                    <a:pt x="272" y="70"/>
                  </a:lnTo>
                  <a:lnTo>
                    <a:pt x="264" y="61"/>
                  </a:lnTo>
                  <a:lnTo>
                    <a:pt x="253" y="53"/>
                  </a:lnTo>
                  <a:lnTo>
                    <a:pt x="243" y="47"/>
                  </a:lnTo>
                  <a:lnTo>
                    <a:pt x="243" y="47"/>
                  </a:lnTo>
                  <a:lnTo>
                    <a:pt x="239" y="31"/>
                  </a:lnTo>
                  <a:lnTo>
                    <a:pt x="233" y="18"/>
                  </a:lnTo>
                  <a:lnTo>
                    <a:pt x="223" y="10"/>
                  </a:lnTo>
                  <a:lnTo>
                    <a:pt x="210" y="4"/>
                  </a:lnTo>
                  <a:lnTo>
                    <a:pt x="196" y="2"/>
                  </a:lnTo>
                  <a:lnTo>
                    <a:pt x="182" y="0"/>
                  </a:lnTo>
                  <a:lnTo>
                    <a:pt x="165" y="0"/>
                  </a:lnTo>
                  <a:lnTo>
                    <a:pt x="149" y="2"/>
                  </a:lnTo>
                  <a:lnTo>
                    <a:pt x="118" y="8"/>
                  </a:lnTo>
                  <a:lnTo>
                    <a:pt x="90" y="16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49" y="35"/>
                  </a:lnTo>
                  <a:lnTo>
                    <a:pt x="37" y="45"/>
                  </a:lnTo>
                  <a:lnTo>
                    <a:pt x="26" y="57"/>
                  </a:lnTo>
                  <a:lnTo>
                    <a:pt x="20" y="70"/>
                  </a:lnTo>
                  <a:lnTo>
                    <a:pt x="14" y="82"/>
                  </a:lnTo>
                  <a:lnTo>
                    <a:pt x="10" y="96"/>
                  </a:lnTo>
                  <a:lnTo>
                    <a:pt x="8" y="108"/>
                  </a:lnTo>
                  <a:lnTo>
                    <a:pt x="8" y="121"/>
                  </a:lnTo>
                  <a:lnTo>
                    <a:pt x="10" y="145"/>
                  </a:lnTo>
                  <a:lnTo>
                    <a:pt x="12" y="166"/>
                  </a:lnTo>
                  <a:lnTo>
                    <a:pt x="18" y="184"/>
                  </a:lnTo>
                  <a:lnTo>
                    <a:pt x="18" y="184"/>
                  </a:lnTo>
                  <a:lnTo>
                    <a:pt x="18" y="184"/>
                  </a:lnTo>
                  <a:lnTo>
                    <a:pt x="10" y="190"/>
                  </a:lnTo>
                  <a:lnTo>
                    <a:pt x="6" y="198"/>
                  </a:lnTo>
                  <a:lnTo>
                    <a:pt x="2" y="20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30" y="188"/>
                  </a:moveTo>
                  <a:lnTo>
                    <a:pt x="30" y="188"/>
                  </a:lnTo>
                  <a:lnTo>
                    <a:pt x="33" y="188"/>
                  </a:lnTo>
                  <a:lnTo>
                    <a:pt x="35" y="188"/>
                  </a:lnTo>
                  <a:lnTo>
                    <a:pt x="35" y="180"/>
                  </a:lnTo>
                  <a:lnTo>
                    <a:pt x="45" y="131"/>
                  </a:lnTo>
                  <a:lnTo>
                    <a:pt x="45" y="131"/>
                  </a:lnTo>
                  <a:lnTo>
                    <a:pt x="51" y="121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84" y="117"/>
                  </a:lnTo>
                  <a:lnTo>
                    <a:pt x="108" y="115"/>
                  </a:lnTo>
                  <a:lnTo>
                    <a:pt x="133" y="108"/>
                  </a:lnTo>
                  <a:lnTo>
                    <a:pt x="153" y="102"/>
                  </a:lnTo>
                  <a:lnTo>
                    <a:pt x="182" y="90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2" y="80"/>
                  </a:lnTo>
                  <a:lnTo>
                    <a:pt x="210" y="80"/>
                  </a:lnTo>
                  <a:lnTo>
                    <a:pt x="219" y="82"/>
                  </a:lnTo>
                  <a:lnTo>
                    <a:pt x="225" y="86"/>
                  </a:lnTo>
                  <a:lnTo>
                    <a:pt x="231" y="92"/>
                  </a:lnTo>
                  <a:lnTo>
                    <a:pt x="237" y="102"/>
                  </a:lnTo>
                  <a:lnTo>
                    <a:pt x="247" y="123"/>
                  </a:lnTo>
                  <a:lnTo>
                    <a:pt x="253" y="147"/>
                  </a:lnTo>
                  <a:lnTo>
                    <a:pt x="258" y="168"/>
                  </a:lnTo>
                  <a:lnTo>
                    <a:pt x="262" y="190"/>
                  </a:lnTo>
                  <a:lnTo>
                    <a:pt x="264" y="190"/>
                  </a:lnTo>
                  <a:lnTo>
                    <a:pt x="270" y="188"/>
                  </a:lnTo>
                  <a:lnTo>
                    <a:pt x="270" y="188"/>
                  </a:lnTo>
                  <a:lnTo>
                    <a:pt x="274" y="188"/>
                  </a:lnTo>
                  <a:lnTo>
                    <a:pt x="274" y="188"/>
                  </a:lnTo>
                  <a:lnTo>
                    <a:pt x="282" y="190"/>
                  </a:lnTo>
                  <a:lnTo>
                    <a:pt x="288" y="196"/>
                  </a:lnTo>
                  <a:lnTo>
                    <a:pt x="288" y="196"/>
                  </a:lnTo>
                  <a:lnTo>
                    <a:pt x="294" y="207"/>
                  </a:lnTo>
                  <a:lnTo>
                    <a:pt x="296" y="217"/>
                  </a:lnTo>
                  <a:lnTo>
                    <a:pt x="296" y="217"/>
                  </a:lnTo>
                  <a:lnTo>
                    <a:pt x="294" y="229"/>
                  </a:lnTo>
                  <a:lnTo>
                    <a:pt x="288" y="239"/>
                  </a:lnTo>
                  <a:lnTo>
                    <a:pt x="288" y="239"/>
                  </a:lnTo>
                  <a:lnTo>
                    <a:pt x="282" y="243"/>
                  </a:lnTo>
                  <a:lnTo>
                    <a:pt x="274" y="245"/>
                  </a:lnTo>
                  <a:lnTo>
                    <a:pt x="274" y="245"/>
                  </a:lnTo>
                  <a:lnTo>
                    <a:pt x="272" y="245"/>
                  </a:lnTo>
                  <a:lnTo>
                    <a:pt x="264" y="245"/>
                  </a:lnTo>
                  <a:lnTo>
                    <a:pt x="262" y="254"/>
                  </a:lnTo>
                  <a:lnTo>
                    <a:pt x="262" y="254"/>
                  </a:lnTo>
                  <a:lnTo>
                    <a:pt x="258" y="276"/>
                  </a:lnTo>
                  <a:lnTo>
                    <a:pt x="247" y="297"/>
                  </a:lnTo>
                  <a:lnTo>
                    <a:pt x="237" y="317"/>
                  </a:lnTo>
                  <a:lnTo>
                    <a:pt x="223" y="333"/>
                  </a:lnTo>
                  <a:lnTo>
                    <a:pt x="223" y="333"/>
                  </a:lnTo>
                  <a:lnTo>
                    <a:pt x="206" y="346"/>
                  </a:lnTo>
                  <a:lnTo>
                    <a:pt x="190" y="356"/>
                  </a:lnTo>
                  <a:lnTo>
                    <a:pt x="190" y="356"/>
                  </a:lnTo>
                  <a:lnTo>
                    <a:pt x="170" y="362"/>
                  </a:lnTo>
                  <a:lnTo>
                    <a:pt x="151" y="364"/>
                  </a:lnTo>
                  <a:lnTo>
                    <a:pt x="151" y="364"/>
                  </a:lnTo>
                  <a:lnTo>
                    <a:pt x="131" y="362"/>
                  </a:lnTo>
                  <a:lnTo>
                    <a:pt x="112" y="356"/>
                  </a:lnTo>
                  <a:lnTo>
                    <a:pt x="112" y="356"/>
                  </a:lnTo>
                  <a:lnTo>
                    <a:pt x="94" y="346"/>
                  </a:lnTo>
                  <a:lnTo>
                    <a:pt x="78" y="333"/>
                  </a:lnTo>
                  <a:lnTo>
                    <a:pt x="78" y="333"/>
                  </a:lnTo>
                  <a:lnTo>
                    <a:pt x="63" y="317"/>
                  </a:lnTo>
                  <a:lnTo>
                    <a:pt x="53" y="297"/>
                  </a:lnTo>
                  <a:lnTo>
                    <a:pt x="45" y="276"/>
                  </a:lnTo>
                  <a:lnTo>
                    <a:pt x="39" y="254"/>
                  </a:lnTo>
                  <a:lnTo>
                    <a:pt x="37" y="247"/>
                  </a:lnTo>
                  <a:lnTo>
                    <a:pt x="30" y="245"/>
                  </a:lnTo>
                  <a:lnTo>
                    <a:pt x="30" y="245"/>
                  </a:lnTo>
                  <a:lnTo>
                    <a:pt x="22" y="243"/>
                  </a:lnTo>
                  <a:lnTo>
                    <a:pt x="14" y="237"/>
                  </a:lnTo>
                  <a:lnTo>
                    <a:pt x="10" y="229"/>
                  </a:lnTo>
                  <a:lnTo>
                    <a:pt x="8" y="217"/>
                  </a:lnTo>
                  <a:lnTo>
                    <a:pt x="8" y="217"/>
                  </a:lnTo>
                  <a:lnTo>
                    <a:pt x="10" y="207"/>
                  </a:lnTo>
                  <a:lnTo>
                    <a:pt x="16" y="196"/>
                  </a:lnTo>
                  <a:lnTo>
                    <a:pt x="16" y="196"/>
                  </a:lnTo>
                  <a:lnTo>
                    <a:pt x="22" y="190"/>
                  </a:lnTo>
                  <a:lnTo>
                    <a:pt x="30" y="188"/>
                  </a:lnTo>
                  <a:lnTo>
                    <a:pt x="30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7" name="Freeform 41"/>
            <p:cNvSpPr/>
            <p:nvPr/>
          </p:nvSpPr>
          <p:spPr bwMode="auto">
            <a:xfrm>
              <a:off x="3898900" y="2435225"/>
              <a:ext cx="788988" cy="546100"/>
            </a:xfrm>
            <a:custGeom>
              <a:avLst/>
              <a:gdLst>
                <a:gd name="T0" fmla="*/ 486 w 497"/>
                <a:gd name="T1" fmla="*/ 235 h 344"/>
                <a:gd name="T2" fmla="*/ 437 w 497"/>
                <a:gd name="T3" fmla="*/ 248 h 344"/>
                <a:gd name="T4" fmla="*/ 382 w 497"/>
                <a:gd name="T5" fmla="*/ 270 h 344"/>
                <a:gd name="T6" fmla="*/ 323 w 497"/>
                <a:gd name="T7" fmla="*/ 127 h 344"/>
                <a:gd name="T8" fmla="*/ 362 w 497"/>
                <a:gd name="T9" fmla="*/ 111 h 344"/>
                <a:gd name="T10" fmla="*/ 460 w 497"/>
                <a:gd name="T11" fmla="*/ 47 h 344"/>
                <a:gd name="T12" fmla="*/ 460 w 497"/>
                <a:gd name="T13" fmla="*/ 47 h 344"/>
                <a:gd name="T14" fmla="*/ 444 w 497"/>
                <a:gd name="T15" fmla="*/ 33 h 344"/>
                <a:gd name="T16" fmla="*/ 425 w 497"/>
                <a:gd name="T17" fmla="*/ 21 h 344"/>
                <a:gd name="T18" fmla="*/ 407 w 497"/>
                <a:gd name="T19" fmla="*/ 8 h 344"/>
                <a:gd name="T20" fmla="*/ 384 w 497"/>
                <a:gd name="T21" fmla="*/ 0 h 344"/>
                <a:gd name="T22" fmla="*/ 278 w 497"/>
                <a:gd name="T23" fmla="*/ 168 h 344"/>
                <a:gd name="T24" fmla="*/ 264 w 497"/>
                <a:gd name="T25" fmla="*/ 92 h 344"/>
                <a:gd name="T26" fmla="*/ 264 w 497"/>
                <a:gd name="T27" fmla="*/ 92 h 344"/>
                <a:gd name="T28" fmla="*/ 270 w 497"/>
                <a:gd name="T29" fmla="*/ 88 h 344"/>
                <a:gd name="T30" fmla="*/ 274 w 497"/>
                <a:gd name="T31" fmla="*/ 82 h 344"/>
                <a:gd name="T32" fmla="*/ 278 w 497"/>
                <a:gd name="T33" fmla="*/ 76 h 344"/>
                <a:gd name="T34" fmla="*/ 278 w 497"/>
                <a:gd name="T35" fmla="*/ 68 h 344"/>
                <a:gd name="T36" fmla="*/ 278 w 497"/>
                <a:gd name="T37" fmla="*/ 68 h 344"/>
                <a:gd name="T38" fmla="*/ 278 w 497"/>
                <a:gd name="T39" fmla="*/ 62 h 344"/>
                <a:gd name="T40" fmla="*/ 276 w 497"/>
                <a:gd name="T41" fmla="*/ 55 h 344"/>
                <a:gd name="T42" fmla="*/ 270 w 497"/>
                <a:gd name="T43" fmla="*/ 47 h 344"/>
                <a:gd name="T44" fmla="*/ 259 w 497"/>
                <a:gd name="T45" fmla="*/ 41 h 344"/>
                <a:gd name="T46" fmla="*/ 247 w 497"/>
                <a:gd name="T47" fmla="*/ 39 h 344"/>
                <a:gd name="T48" fmla="*/ 247 w 497"/>
                <a:gd name="T49" fmla="*/ 39 h 344"/>
                <a:gd name="T50" fmla="*/ 235 w 497"/>
                <a:gd name="T51" fmla="*/ 41 h 344"/>
                <a:gd name="T52" fmla="*/ 227 w 497"/>
                <a:gd name="T53" fmla="*/ 47 h 344"/>
                <a:gd name="T54" fmla="*/ 219 w 497"/>
                <a:gd name="T55" fmla="*/ 55 h 344"/>
                <a:gd name="T56" fmla="*/ 219 w 497"/>
                <a:gd name="T57" fmla="*/ 62 h 344"/>
                <a:gd name="T58" fmla="*/ 216 w 497"/>
                <a:gd name="T59" fmla="*/ 68 h 344"/>
                <a:gd name="T60" fmla="*/ 216 w 497"/>
                <a:gd name="T61" fmla="*/ 68 h 344"/>
                <a:gd name="T62" fmla="*/ 219 w 497"/>
                <a:gd name="T63" fmla="*/ 76 h 344"/>
                <a:gd name="T64" fmla="*/ 221 w 497"/>
                <a:gd name="T65" fmla="*/ 82 h 344"/>
                <a:gd name="T66" fmla="*/ 225 w 497"/>
                <a:gd name="T67" fmla="*/ 88 h 344"/>
                <a:gd name="T68" fmla="*/ 231 w 497"/>
                <a:gd name="T69" fmla="*/ 92 h 344"/>
                <a:gd name="T70" fmla="*/ 219 w 497"/>
                <a:gd name="T71" fmla="*/ 166 h 344"/>
                <a:gd name="T72" fmla="*/ 112 w 497"/>
                <a:gd name="T73" fmla="*/ 0 h 344"/>
                <a:gd name="T74" fmla="*/ 112 w 497"/>
                <a:gd name="T75" fmla="*/ 0 h 344"/>
                <a:gd name="T76" fmla="*/ 92 w 497"/>
                <a:gd name="T77" fmla="*/ 8 h 344"/>
                <a:gd name="T78" fmla="*/ 71 w 497"/>
                <a:gd name="T79" fmla="*/ 21 h 344"/>
                <a:gd name="T80" fmla="*/ 53 w 497"/>
                <a:gd name="T81" fmla="*/ 33 h 344"/>
                <a:gd name="T82" fmla="*/ 39 w 497"/>
                <a:gd name="T83" fmla="*/ 45 h 344"/>
                <a:gd name="T84" fmla="*/ 24 w 497"/>
                <a:gd name="T85" fmla="*/ 62 h 344"/>
                <a:gd name="T86" fmla="*/ 14 w 497"/>
                <a:gd name="T87" fmla="*/ 76 h 344"/>
                <a:gd name="T88" fmla="*/ 6 w 497"/>
                <a:gd name="T89" fmla="*/ 92 h 344"/>
                <a:gd name="T90" fmla="*/ 2 w 497"/>
                <a:gd name="T91" fmla="*/ 111 h 344"/>
                <a:gd name="T92" fmla="*/ 0 w 497"/>
                <a:gd name="T93" fmla="*/ 317 h 344"/>
                <a:gd name="T94" fmla="*/ 0 w 497"/>
                <a:gd name="T95" fmla="*/ 317 h 344"/>
                <a:gd name="T96" fmla="*/ 20 w 497"/>
                <a:gd name="T97" fmla="*/ 321 h 344"/>
                <a:gd name="T98" fmla="*/ 79 w 497"/>
                <a:gd name="T99" fmla="*/ 332 h 344"/>
                <a:gd name="T100" fmla="*/ 159 w 497"/>
                <a:gd name="T101" fmla="*/ 340 h 344"/>
                <a:gd name="T102" fmla="*/ 202 w 497"/>
                <a:gd name="T103" fmla="*/ 342 h 344"/>
                <a:gd name="T104" fmla="*/ 249 w 497"/>
                <a:gd name="T105" fmla="*/ 344 h 344"/>
                <a:gd name="T106" fmla="*/ 249 w 497"/>
                <a:gd name="T107" fmla="*/ 344 h 344"/>
                <a:gd name="T108" fmla="*/ 294 w 497"/>
                <a:gd name="T109" fmla="*/ 342 h 344"/>
                <a:gd name="T110" fmla="*/ 337 w 497"/>
                <a:gd name="T111" fmla="*/ 340 h 344"/>
                <a:gd name="T112" fmla="*/ 419 w 497"/>
                <a:gd name="T113" fmla="*/ 332 h 344"/>
                <a:gd name="T114" fmla="*/ 476 w 497"/>
                <a:gd name="T115" fmla="*/ 321 h 344"/>
                <a:gd name="T116" fmla="*/ 497 w 497"/>
                <a:gd name="T117" fmla="*/ 317 h 344"/>
                <a:gd name="T118" fmla="*/ 497 w 497"/>
                <a:gd name="T119" fmla="*/ 252 h 344"/>
                <a:gd name="T120" fmla="*/ 497 w 497"/>
                <a:gd name="T121" fmla="*/ 252 h 344"/>
                <a:gd name="T122" fmla="*/ 486 w 497"/>
                <a:gd name="T123" fmla="*/ 235 h 344"/>
                <a:gd name="T124" fmla="*/ 486 w 497"/>
                <a:gd name="T125" fmla="*/ 23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7" h="344">
                  <a:moveTo>
                    <a:pt x="486" y="235"/>
                  </a:moveTo>
                  <a:lnTo>
                    <a:pt x="437" y="248"/>
                  </a:lnTo>
                  <a:lnTo>
                    <a:pt x="382" y="270"/>
                  </a:lnTo>
                  <a:lnTo>
                    <a:pt x="323" y="127"/>
                  </a:lnTo>
                  <a:lnTo>
                    <a:pt x="362" y="111"/>
                  </a:lnTo>
                  <a:lnTo>
                    <a:pt x="460" y="47"/>
                  </a:lnTo>
                  <a:lnTo>
                    <a:pt x="460" y="47"/>
                  </a:lnTo>
                  <a:lnTo>
                    <a:pt x="444" y="33"/>
                  </a:lnTo>
                  <a:lnTo>
                    <a:pt x="425" y="21"/>
                  </a:lnTo>
                  <a:lnTo>
                    <a:pt x="407" y="8"/>
                  </a:lnTo>
                  <a:lnTo>
                    <a:pt x="384" y="0"/>
                  </a:lnTo>
                  <a:lnTo>
                    <a:pt x="278" y="168"/>
                  </a:lnTo>
                  <a:lnTo>
                    <a:pt x="264" y="92"/>
                  </a:lnTo>
                  <a:lnTo>
                    <a:pt x="264" y="92"/>
                  </a:lnTo>
                  <a:lnTo>
                    <a:pt x="270" y="88"/>
                  </a:lnTo>
                  <a:lnTo>
                    <a:pt x="274" y="82"/>
                  </a:lnTo>
                  <a:lnTo>
                    <a:pt x="278" y="76"/>
                  </a:lnTo>
                  <a:lnTo>
                    <a:pt x="278" y="68"/>
                  </a:lnTo>
                  <a:lnTo>
                    <a:pt x="278" y="68"/>
                  </a:lnTo>
                  <a:lnTo>
                    <a:pt x="278" y="62"/>
                  </a:lnTo>
                  <a:lnTo>
                    <a:pt x="276" y="55"/>
                  </a:lnTo>
                  <a:lnTo>
                    <a:pt x="270" y="47"/>
                  </a:lnTo>
                  <a:lnTo>
                    <a:pt x="259" y="41"/>
                  </a:lnTo>
                  <a:lnTo>
                    <a:pt x="247" y="39"/>
                  </a:lnTo>
                  <a:lnTo>
                    <a:pt x="247" y="39"/>
                  </a:lnTo>
                  <a:lnTo>
                    <a:pt x="235" y="41"/>
                  </a:lnTo>
                  <a:lnTo>
                    <a:pt x="227" y="47"/>
                  </a:lnTo>
                  <a:lnTo>
                    <a:pt x="219" y="55"/>
                  </a:lnTo>
                  <a:lnTo>
                    <a:pt x="219" y="62"/>
                  </a:lnTo>
                  <a:lnTo>
                    <a:pt x="216" y="68"/>
                  </a:lnTo>
                  <a:lnTo>
                    <a:pt x="216" y="68"/>
                  </a:lnTo>
                  <a:lnTo>
                    <a:pt x="219" y="76"/>
                  </a:lnTo>
                  <a:lnTo>
                    <a:pt x="221" y="82"/>
                  </a:lnTo>
                  <a:lnTo>
                    <a:pt x="225" y="88"/>
                  </a:lnTo>
                  <a:lnTo>
                    <a:pt x="231" y="92"/>
                  </a:lnTo>
                  <a:lnTo>
                    <a:pt x="219" y="166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2" y="8"/>
                  </a:lnTo>
                  <a:lnTo>
                    <a:pt x="71" y="21"/>
                  </a:lnTo>
                  <a:lnTo>
                    <a:pt x="53" y="33"/>
                  </a:lnTo>
                  <a:lnTo>
                    <a:pt x="39" y="45"/>
                  </a:lnTo>
                  <a:lnTo>
                    <a:pt x="24" y="62"/>
                  </a:lnTo>
                  <a:lnTo>
                    <a:pt x="14" y="76"/>
                  </a:lnTo>
                  <a:lnTo>
                    <a:pt x="6" y="92"/>
                  </a:lnTo>
                  <a:lnTo>
                    <a:pt x="2" y="111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20" y="321"/>
                  </a:lnTo>
                  <a:lnTo>
                    <a:pt x="79" y="332"/>
                  </a:lnTo>
                  <a:lnTo>
                    <a:pt x="159" y="340"/>
                  </a:lnTo>
                  <a:lnTo>
                    <a:pt x="202" y="342"/>
                  </a:lnTo>
                  <a:lnTo>
                    <a:pt x="249" y="344"/>
                  </a:lnTo>
                  <a:lnTo>
                    <a:pt x="249" y="344"/>
                  </a:lnTo>
                  <a:lnTo>
                    <a:pt x="294" y="342"/>
                  </a:lnTo>
                  <a:lnTo>
                    <a:pt x="337" y="340"/>
                  </a:lnTo>
                  <a:lnTo>
                    <a:pt x="419" y="332"/>
                  </a:lnTo>
                  <a:lnTo>
                    <a:pt x="476" y="321"/>
                  </a:lnTo>
                  <a:lnTo>
                    <a:pt x="497" y="317"/>
                  </a:lnTo>
                  <a:lnTo>
                    <a:pt x="497" y="252"/>
                  </a:lnTo>
                  <a:lnTo>
                    <a:pt x="497" y="252"/>
                  </a:lnTo>
                  <a:lnTo>
                    <a:pt x="486" y="235"/>
                  </a:lnTo>
                  <a:lnTo>
                    <a:pt x="486" y="2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42" name="Google Shape;220;g2a5e8fa18f6_0_7"/>
          <p:cNvSpPr txBox="1"/>
          <p:nvPr/>
        </p:nvSpPr>
        <p:spPr>
          <a:xfrm>
            <a:off x="5635141" y="836516"/>
            <a:ext cx="6426626" cy="5614159"/>
          </a:xfrm>
          <a:prstGeom prst="rect">
            <a:avLst/>
          </a:prstGeom>
          <a:solidFill>
            <a:srgbClr val="FFFFFF"/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41" name="テキスト ボックス 240"/>
          <p:cNvSpPr txBox="1"/>
          <p:nvPr/>
        </p:nvSpPr>
        <p:spPr>
          <a:xfrm>
            <a:off x="338913" y="5335902"/>
            <a:ext cx="999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Expertise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47" name="テキスト ボックス 246"/>
          <p:cNvSpPr txBox="1"/>
          <p:nvPr/>
        </p:nvSpPr>
        <p:spPr>
          <a:xfrm>
            <a:off x="5800648" y="861794"/>
            <a:ext cx="6095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Relevant Projects (Excerpt)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8" name="Google Shape;220;g2a5e8fa18f6_0_7"/>
          <p:cNvSpPr txBox="1"/>
          <p:nvPr/>
        </p:nvSpPr>
        <p:spPr>
          <a:xfrm>
            <a:off x="216823" y="3929386"/>
            <a:ext cx="5384300" cy="688255"/>
          </a:xfrm>
          <a:prstGeom prst="rect">
            <a:avLst/>
          </a:prstGeom>
          <a:solidFill>
            <a:srgbClr val="FFFFFF">
              <a:alpha val="99000"/>
            </a:srgbClr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br>
              <a:rPr lang="en-US" altLang="ja-JP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Arial" panose="020B0604020202020204"/>
              </a:rPr>
            </a:b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45" name="テキスト ボックス 244"/>
          <p:cNvSpPr txBox="1"/>
          <p:nvPr/>
        </p:nvSpPr>
        <p:spPr>
          <a:xfrm>
            <a:off x="280656" y="4149613"/>
            <a:ext cx="1205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Certification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445032" y="960581"/>
            <a:ext cx="4155128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■Name: Xu Feng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■Sex: </a:t>
            </a:r>
            <a:r>
              <a:rPr lang="en-US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Male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■Date of Birth: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1989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■Highest Degree: Bachelor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■Major: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Software Engineering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445030" y="1805052"/>
            <a:ext cx="4001360" cy="1953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■Experience: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Fuctional QA Tester : 2 years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Automation Testing Engineer :5 years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■Language and Framework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  </a:t>
            </a:r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Java+Selenium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  </a:t>
            </a:r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JavaScript + HTML</a:t>
            </a:r>
            <a:endParaRPr lang="en-US" altLang="ja-JP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 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Spring boot +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Angular</a:t>
            </a:r>
            <a:endParaRPr lang="en-US" altLang="ja-JP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</a:t>
            </a: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English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level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Reading: </a:t>
            </a:r>
            <a:r>
              <a:rPr lang="nn-NO" altLang="ja-JP" sz="11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Proficient</a:t>
            </a:r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endParaRPr lang="nn-NO" altLang="ja-JP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Writing: </a:t>
            </a:r>
            <a:r>
              <a:rPr lang="nn-NO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Proficient   </a:t>
            </a:r>
            <a:endParaRPr lang="nn-NO" altLang="ja-JP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Talking: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zh-CN" altLang="en-US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nn-NO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Proficient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1432330" y="4124128"/>
            <a:ext cx="3517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 </a:t>
            </a: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CET4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1432330" y="4750821"/>
            <a:ext cx="416783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</a:t>
            </a: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Rich testing experience in Automation Deployment Management Platform project. Proficient in functional, interface, automation,regression testing.</a:t>
            </a:r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■Skilled in Java automation testing development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■Expertise in Spring boot development, mastering Angular HTML5,JavaScript Framework</a:t>
            </a:r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■Tools of Confluence, Git, Postman, SoapUI </a:t>
            </a:r>
            <a:endParaRPr lang="zh-CN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734146" y="1129350"/>
            <a:ext cx="5790488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11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2020.10 - 2025.06</a:t>
            </a:r>
            <a:endParaRPr lang="zh-CN" altLang="en-US" sz="11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Business: Automation Deployment Management Platform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Language for working: English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Project management mode: Agile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Role: </a:t>
            </a:r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Software Engineer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Env: Windows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Tech Stack: Java + Selenium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，</a:t>
            </a:r>
            <a:r>
              <a:rPr lang="en-US" altLang="zh-CN" sz="11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Spring boot + Angular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Team member number: 5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members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772516" y="2522627"/>
            <a:ext cx="6137810" cy="127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※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Achievement Description: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Upgraded the deployment process through automation, primarily built the visualized automated deployment platform, which significantly improved deployment efficiency.</a:t>
            </a:r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Mainly focus on the full-stack development of Bulk upload module using Angular for the front-end and Spring cloud for the back-end.</a:t>
            </a:r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Implemented automated upgrade of API Testing for the backend services, improved the efficiency of communication with developers and the bugs fixing with Java and Postman.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5720715" y="3850640"/>
            <a:ext cx="5876925" cy="900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11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2018.11 - 2020.10</a:t>
            </a:r>
            <a:endParaRPr lang="en-US" altLang="zh-CN" sz="11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Business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：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CM Dev Option &amp; Release Management 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Language for working: English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Project management mode: Agile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Role: </a:t>
            </a:r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QA Tester</a:t>
            </a:r>
            <a:endParaRPr 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Tech Stack: Java + Selenium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Team member number: 8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members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5772785" y="5071745"/>
            <a:ext cx="6095365" cy="1303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※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Achievement Description: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Spearheaded the automation of pre-deployment data collection and validation workflows.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Devloped the local automation tool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 by Java and Selenium. Significantly improving efficiency and accuracy.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Maintained automated regression test scripts for the UAT environment. Conducted post-deployment validation to promptly identify defects, documented issues in detail, and coordinated with developers through resolution to ensure system stability. 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pic>
        <p:nvPicPr>
          <p:cNvPr id="2" name="图片 1" descr="微信图片_20260225181427_95_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" y="1138555"/>
            <a:ext cx="535305" cy="770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5BF7"/>
      </a:accent1>
      <a:accent2>
        <a:srgbClr val="001ABA"/>
      </a:accent2>
      <a:accent3>
        <a:srgbClr val="17BEF5"/>
      </a:accent3>
      <a:accent4>
        <a:srgbClr val="FED619"/>
      </a:accent4>
      <a:accent5>
        <a:srgbClr val="F88E59"/>
      </a:accent5>
      <a:accent6>
        <a:srgbClr val="8FABB8"/>
      </a:accent6>
      <a:hlink>
        <a:srgbClr val="5C7EDC"/>
      </a:hlink>
      <a:folHlink>
        <a:srgbClr val="A8AFC8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2205</Words>
  <Application>WPS 演示</Application>
  <PresentationFormat>ワイド画面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黑体</vt:lpstr>
      <vt:lpstr>Meiryo UI</vt:lpstr>
      <vt:lpstr>Yu Gothic UI</vt:lpstr>
      <vt:lpstr>Arial</vt:lpstr>
      <vt:lpstr>Arial Unicode MS</vt:lpstr>
      <vt:lpstr>Calibri</vt:lpstr>
      <vt:lpstr>等线</vt:lpstr>
      <vt:lpstr>Yu Gothic</vt:lpstr>
      <vt:lpstr>Meiryo UI</vt:lpstr>
      <vt:lpstr>Wingdings</vt:lpstr>
      <vt:lpstr>Segoe Print</vt:lpstr>
      <vt:lpstr>Office Theme</vt:lpstr>
      <vt:lpstr>Provide Automation Test Engineer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蓝沐</cp:lastModifiedBy>
  <cp:revision>8917</cp:revision>
  <dcterms:created xsi:type="dcterms:W3CDTF">2023-09-19T00:47:00Z</dcterms:created>
  <dcterms:modified xsi:type="dcterms:W3CDTF">2026-02-25T11:54:51Z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A5E0C84C9D1F4BA6B24841EA96F0EE31_12</vt:lpwstr>
  </property>
</Properties>
</file>